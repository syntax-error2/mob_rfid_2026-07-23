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9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2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59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5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39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8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6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8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0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5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9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403B5-AC94-468E-AE4C-17DB6DEAA30F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C8048-00DC-4B30-B955-61CB44B9C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8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752600"/>
            <a:ext cx="4495800" cy="5105400"/>
          </a:xfrm>
        </p:spPr>
        <p:txBody>
          <a:bodyPr>
            <a:noAutofit/>
          </a:bodyPr>
          <a:lstStyle/>
          <a:p>
            <a:pPr algn="l"/>
            <a:r>
              <a:rPr lang="en-US" sz="2600" dirty="0" smtClean="0"/>
              <a:t>OFFICE </a:t>
            </a:r>
            <a:r>
              <a:rPr lang="en-US" sz="2600" dirty="0"/>
              <a:t>OF THE MAYOR</a:t>
            </a:r>
            <a:br>
              <a:rPr lang="en-US" sz="2600" dirty="0"/>
            </a:br>
            <a:r>
              <a:rPr lang="en-US" sz="2600" dirty="0" smtClean="0">
                <a:solidFill>
                  <a:schemeClr val="bg1"/>
                </a:solidFill>
              </a:rPr>
              <a:t>LDRRMO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 smtClean="0"/>
              <a:t>MUNICIPAL </a:t>
            </a:r>
            <a:r>
              <a:rPr lang="en-US" sz="2600" dirty="0"/>
              <a:t>PLANNING OFFICE</a:t>
            </a:r>
            <a:br>
              <a:rPr lang="en-US" sz="2600" dirty="0"/>
            </a:br>
            <a:r>
              <a:rPr lang="en-US" sz="2600" dirty="0" smtClean="0"/>
              <a:t>MUNICIPAL </a:t>
            </a:r>
            <a:r>
              <a:rPr lang="en-US" sz="2600" dirty="0"/>
              <a:t>BUDGET OFFICE</a:t>
            </a:r>
            <a:br>
              <a:rPr lang="en-US" sz="2600" dirty="0"/>
            </a:br>
            <a:r>
              <a:rPr lang="en-US" sz="2600" dirty="0" smtClean="0"/>
              <a:t>MUN</a:t>
            </a:r>
            <a:r>
              <a:rPr lang="en-US" sz="2600" dirty="0"/>
              <a:t>. VICE MAYOR</a:t>
            </a:r>
            <a:br>
              <a:rPr lang="en-US" sz="2600" dirty="0"/>
            </a:br>
            <a:r>
              <a:rPr lang="en-US" sz="2600" dirty="0" smtClean="0"/>
              <a:t>MUNICIPAL </a:t>
            </a:r>
            <a:r>
              <a:rPr lang="en-US" sz="2600" dirty="0"/>
              <a:t>TREASURER’S OFFICE</a:t>
            </a:r>
            <a:br>
              <a:rPr lang="en-US" sz="2600" dirty="0"/>
            </a:br>
            <a:r>
              <a:rPr lang="en-US" sz="2600" dirty="0" smtClean="0"/>
              <a:t>MUNICIPAL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 smtClean="0"/>
              <a:t>ACCOUNTING </a:t>
            </a:r>
            <a:r>
              <a:rPr lang="en-US" sz="2600" dirty="0"/>
              <a:t>OFFICE</a:t>
            </a:r>
            <a:br>
              <a:rPr lang="en-US" sz="2600" dirty="0"/>
            </a:br>
            <a:r>
              <a:rPr lang="en-US" sz="2600" dirty="0" smtClean="0"/>
              <a:t>MUNICIPAL  </a:t>
            </a:r>
            <a:r>
              <a:rPr lang="en-US" sz="2600" dirty="0"/>
              <a:t>ENGINEER’S OFFICE</a:t>
            </a:r>
            <a:br>
              <a:rPr lang="en-US" sz="2600" dirty="0"/>
            </a:br>
            <a:r>
              <a:rPr lang="en-US" sz="2600" dirty="0" smtClean="0"/>
              <a:t>MUNICIPAL </a:t>
            </a:r>
            <a:r>
              <a:rPr lang="en-US" sz="2600" dirty="0"/>
              <a:t>CIVIL REGISTRAR’S </a:t>
            </a:r>
            <a:r>
              <a:rPr lang="en-US" sz="2600" dirty="0" smtClean="0"/>
              <a:t>OFFICE</a:t>
            </a:r>
            <a:br>
              <a:rPr lang="en-US" sz="2600" dirty="0" smtClean="0"/>
            </a:br>
            <a:r>
              <a:rPr lang="en-US" sz="2600" dirty="0" smtClean="0"/>
              <a:t>MUNICIPAL ASSESSOR’S OFFICE</a:t>
            </a:r>
            <a:r>
              <a:rPr lang="en-US" sz="2600" dirty="0"/>
              <a:t/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966856" y="1219200"/>
            <a:ext cx="3948544" cy="5410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 smtClean="0"/>
              <a:t>BINALBAGAN </a:t>
            </a:r>
            <a:r>
              <a:rPr lang="en-US" sz="2600" dirty="0"/>
              <a:t>INFIRMARY</a:t>
            </a:r>
          </a:p>
          <a:p>
            <a:pPr algn="l"/>
            <a:r>
              <a:rPr lang="en-US" sz="2600" dirty="0" smtClean="0"/>
              <a:t>MUNICIPAL </a:t>
            </a:r>
            <a:r>
              <a:rPr lang="en-US" sz="2600" dirty="0"/>
              <a:t>HEALTH OFFICE</a:t>
            </a:r>
          </a:p>
          <a:p>
            <a:pPr algn="l"/>
            <a:r>
              <a:rPr lang="en-US" sz="2600" dirty="0" smtClean="0"/>
              <a:t>MUNICIPAL </a:t>
            </a:r>
            <a:r>
              <a:rPr lang="en-US" sz="2600" dirty="0"/>
              <a:t>AGRICULTURE OFFICE</a:t>
            </a:r>
          </a:p>
          <a:p>
            <a:pPr algn="l"/>
            <a:r>
              <a:rPr lang="en-US" sz="2600" dirty="0" smtClean="0"/>
              <a:t>HUMAN </a:t>
            </a:r>
            <a:r>
              <a:rPr lang="en-US" sz="2600" dirty="0"/>
              <a:t>RESOURCE MNGT. OFFICE</a:t>
            </a:r>
          </a:p>
          <a:p>
            <a:pPr algn="l"/>
            <a:r>
              <a:rPr lang="en-US" sz="2600" dirty="0" smtClean="0"/>
              <a:t>STREET </a:t>
            </a:r>
            <a:r>
              <a:rPr lang="en-US" sz="2600" dirty="0"/>
              <a:t>AND PLAZA MAINTENANCE</a:t>
            </a:r>
          </a:p>
          <a:p>
            <a:pPr algn="l"/>
            <a:r>
              <a:rPr lang="en-US" sz="2600" dirty="0" smtClean="0"/>
              <a:t>MARKET </a:t>
            </a:r>
            <a:r>
              <a:rPr lang="en-US" sz="2600" dirty="0"/>
              <a:t>AND SLAUGHTERHOUSE</a:t>
            </a:r>
          </a:p>
          <a:p>
            <a:pPr algn="l"/>
            <a:r>
              <a:rPr lang="en-US" sz="2600" dirty="0" smtClean="0"/>
              <a:t>PNP</a:t>
            </a:r>
            <a:endParaRPr lang="en-US" sz="2600" dirty="0"/>
          </a:p>
          <a:p>
            <a:pPr algn="l"/>
            <a:r>
              <a:rPr lang="en-US" sz="2600" dirty="0" smtClean="0"/>
              <a:t>MUN</a:t>
            </a:r>
            <a:r>
              <a:rPr lang="en-US" sz="2600" dirty="0"/>
              <a:t>. TRIAL COURT  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143470"/>
            <a:ext cx="8548256" cy="7694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</a:rPr>
              <a:t>FLAG CEREMONY SCHEDULE</a:t>
            </a:r>
            <a:endParaRPr lang="en-US" sz="4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68689" y="863025"/>
            <a:ext cx="337287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8415" cmpd="sng">
                  <a:noFill/>
                  <a:prstDash val="solid"/>
                </a:ln>
              </a:rPr>
              <a:t>July 19, 2019</a:t>
            </a:r>
            <a:endParaRPr lang="en-US" sz="3200" b="1" cap="none" spc="0" dirty="0">
              <a:ln w="18415" cmpd="sng">
                <a:noFill/>
                <a:prstDash val="solid"/>
              </a:ln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15291" y="1842653"/>
            <a:ext cx="182568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smtClean="0">
                <a:ln w="18415" cmpd="sng">
                  <a:noFill/>
                  <a:prstDash val="solid"/>
                </a:ln>
                <a:solidFill>
                  <a:srgbClr val="FF0000"/>
                </a:solidFill>
              </a:rPr>
              <a:t>LDRRMO</a:t>
            </a:r>
            <a:endParaRPr lang="en-US" sz="3200" b="0" cap="none" spc="0" dirty="0">
              <a:ln w="18415" cmpd="sng">
                <a:noFill/>
                <a:prstDash val="solid"/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9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mph" presetSubtype="0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8" grpId="2"/>
      <p:bldP spid="8" grpId="3"/>
      <p:bldP spid="8" grpId="4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37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OFFICE OF THE MAYOR LDRRMO MUNICIPAL PLANNING OFFICE MUNICIPAL BUDGET OFFICE MUN. VICE MAYOR MUNICIPAL TREASURER’S OFFICE MUNICIPAL ACCOUNTING OFFICE MUNICIPAL  ENGINEER’S OFFICE MUNICIPAL CIVIL REGISTRAR’S OFFICE MUNICIPAL ASSESSOR’S OFFICE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OF THE MAYOR LDRRMO MUNICIPAL PLANNING OFFICE MUNICIPAL BUDGET OFFICE MUN. VICE MAYOR MUNICIPAL TREASURER’S OFFICE MUNICIPAL ACCOUNTING OFFICE MUNICIPAL  ENGINEER’S OFFICE MUNICIPAL CIVIL REGISTRAR’S OFFICE MUNICIPAL ASSESSOR’S OFFICE</dc:title>
  <dc:creator>HRMO</dc:creator>
  <cp:lastModifiedBy>HRMO</cp:lastModifiedBy>
  <cp:revision>2</cp:revision>
  <dcterms:created xsi:type="dcterms:W3CDTF">2019-07-19T18:28:18Z</dcterms:created>
  <dcterms:modified xsi:type="dcterms:W3CDTF">2019-07-19T18:43:35Z</dcterms:modified>
</cp:coreProperties>
</file>